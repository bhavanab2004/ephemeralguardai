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13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2341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08733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5925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4781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86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7111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407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6406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6353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9686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35789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47078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49879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9136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81668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5462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1985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F3504D64-CA72-4115-B9C7-023A5EBBCCDD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F99C687-2951-4408-A4CD-2246A3E343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52363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havanab2004/EphemeralGuardAi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E01AD-03A2-1C84-52D7-75B63B779B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43894"/>
          </a:xfrm>
        </p:spPr>
        <p:txBody>
          <a:bodyPr>
            <a:noAutofit/>
          </a:bodyPr>
          <a:lstStyle/>
          <a:p>
            <a:r>
              <a:rPr lang="en-IN" sz="7000" b="1" dirty="0" err="1"/>
              <a:t>EphemeralGuard</a:t>
            </a:r>
            <a:r>
              <a:rPr lang="en-IN" sz="7000" b="1" dirty="0"/>
              <a:t>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43BDC7-81D5-4D06-DA41-86AA941DCC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73238"/>
            <a:ext cx="9144000" cy="1655762"/>
          </a:xfrm>
        </p:spPr>
        <p:txBody>
          <a:bodyPr>
            <a:normAutofit fontScale="85000" lnSpcReduction="20000"/>
          </a:bodyPr>
          <a:lstStyle/>
          <a:p>
            <a:endParaRPr lang="en-IN" dirty="0"/>
          </a:p>
          <a:p>
            <a:r>
              <a:rPr lang="en-IN" sz="3000" dirty="0"/>
              <a:t>Ephemeral Cloud &amp; Kubernetes Risk Detection Platform</a:t>
            </a:r>
          </a:p>
          <a:p>
            <a:endParaRPr lang="en-IN" sz="2400" dirty="0"/>
          </a:p>
          <a:p>
            <a:r>
              <a:rPr lang="en-IN" sz="2400" dirty="0"/>
              <a:t>Detect. Correlate. Respond. Before it's too late.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E56A61-941C-9EF0-10F0-AC62EFA1BA1B}"/>
              </a:ext>
            </a:extLst>
          </p:cNvPr>
          <p:cNvSpPr txBox="1"/>
          <p:nvPr/>
        </p:nvSpPr>
        <p:spPr>
          <a:xfrm>
            <a:off x="7990114" y="4942114"/>
            <a:ext cx="40494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Bhavana B,</a:t>
            </a:r>
            <a:br>
              <a:rPr lang="en-US" dirty="0"/>
            </a:br>
            <a:r>
              <a:rPr lang="en-US" dirty="0"/>
              <a:t>R V College Of Engineering</a:t>
            </a:r>
          </a:p>
          <a:p>
            <a:br>
              <a:rPr lang="en-US" dirty="0"/>
            </a:br>
            <a:r>
              <a:rPr lang="en-IN" b="1" dirty="0"/>
              <a:t>Ephemeral Cloud &amp; Kubernetes Resource Risk Detection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00052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EB6E-C167-1F09-6ADA-32C7DDDFB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IN" dirty="0"/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73691-0855-2BF7-2047-9C67D8C2F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2400" dirty="0"/>
              <a:t>Cloud environments spin up and tear down in seconds — traditional security tools miss threats in ephemeral infrastructure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dirty="0"/>
              <a:t>Security teams are drowning in raw logs across Cloud, IAM, and Kubernetes — no unified view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dirty="0"/>
              <a:t> Most tools alert on individual events, not attack chains — attackers exploit this </a:t>
            </a:r>
            <a:r>
              <a:rPr lang="en-IN" sz="2400" dirty="0" err="1"/>
              <a:t>blindspot</a:t>
            </a:r>
            <a:r>
              <a:rPr lang="en-IN" sz="2400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dirty="0"/>
              <a:t>Mean time to detect (MTTD) for cloud attacks is still measured in days, not minutes</a:t>
            </a:r>
          </a:p>
        </p:txBody>
      </p:sp>
    </p:spTree>
    <p:extLst>
      <p:ext uri="{BB962C8B-B14F-4D97-AF65-F5344CB8AC3E}">
        <p14:creationId xmlns:p14="http://schemas.microsoft.com/office/powerpoint/2010/main" val="1973728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8A122-DBDC-AD6F-8BFA-27048151B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is </a:t>
            </a:r>
            <a:r>
              <a:rPr lang="en-IN" dirty="0" err="1"/>
              <a:t>EphemeralGuard</a:t>
            </a:r>
            <a:r>
              <a:rPr lang="en-IN" dirty="0"/>
              <a:t>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A5102-5504-B1DF-5568-0FFC437CE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An AI-powered security detection and investigation platform purpose-built for ephemeral cloud &amp; Kubernetes environments </a:t>
            </a:r>
          </a:p>
          <a:p>
            <a:r>
              <a:rPr lang="en-IN" sz="2400" dirty="0"/>
              <a:t>Ingests logs from </a:t>
            </a:r>
            <a:r>
              <a:rPr lang="en-IN" sz="2400" b="1" dirty="0"/>
              <a:t>3 sources simultaneously</a:t>
            </a:r>
            <a:r>
              <a:rPr lang="en-IN" sz="2400" dirty="0"/>
              <a:t>: Cloud logs, IAM activity, and Kubernetes events </a:t>
            </a:r>
          </a:p>
          <a:p>
            <a:r>
              <a:rPr lang="en-IN" sz="2400" dirty="0"/>
              <a:t>Converts 1,000+ raw events → 46 incidents with </a:t>
            </a:r>
            <a:r>
              <a:rPr lang="en-IN" sz="2400" b="1" dirty="0"/>
              <a:t>95.4% noise reduction</a:t>
            </a:r>
          </a:p>
          <a:p>
            <a:r>
              <a:rPr lang="en-IN" sz="2400" dirty="0"/>
              <a:t> Maps every incident to the </a:t>
            </a:r>
            <a:r>
              <a:rPr lang="en-IN" sz="2400" b="1" dirty="0"/>
              <a:t>MITRE ATT&amp;CK framework</a:t>
            </a:r>
            <a:r>
              <a:rPr lang="en-IN" sz="2400" dirty="0"/>
              <a:t> automatically</a:t>
            </a:r>
          </a:p>
        </p:txBody>
      </p:sp>
    </p:spTree>
    <p:extLst>
      <p:ext uri="{BB962C8B-B14F-4D97-AF65-F5344CB8AC3E}">
        <p14:creationId xmlns:p14="http://schemas.microsoft.com/office/powerpoint/2010/main" val="967357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75F706-1217-C2D5-38B0-73D6AC059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326571"/>
            <a:ext cx="10353762" cy="970450"/>
          </a:xfrm>
        </p:spPr>
        <p:txBody>
          <a:bodyPr>
            <a:normAutofit/>
          </a:bodyPr>
          <a:lstStyle/>
          <a:p>
            <a:pPr algn="l"/>
            <a:r>
              <a:rPr lang="en-IN" sz="3000" dirty="0"/>
              <a:t>Key Features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9BFBC36-2F49-9EF1-5EDA-291CEA5BCF4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6043316"/>
              </p:ext>
            </p:extLst>
          </p:nvPr>
        </p:nvGraphicFramePr>
        <p:xfrm>
          <a:off x="1585119" y="1240971"/>
          <a:ext cx="9012236" cy="4685804"/>
        </p:xfrm>
        <a:graphic>
          <a:graphicData uri="http://schemas.openxmlformats.org/drawingml/2006/table">
            <a:tbl>
              <a:tblPr/>
              <a:tblGrid>
                <a:gridCol w="4506118">
                  <a:extLst>
                    <a:ext uri="{9D8B030D-6E8A-4147-A177-3AD203B41FA5}">
                      <a16:colId xmlns:a16="http://schemas.microsoft.com/office/drawing/2014/main" val="12546799"/>
                    </a:ext>
                  </a:extLst>
                </a:gridCol>
                <a:gridCol w="4506118">
                  <a:extLst>
                    <a:ext uri="{9D8B030D-6E8A-4147-A177-3AD203B41FA5}">
                      <a16:colId xmlns:a16="http://schemas.microsoft.com/office/drawing/2014/main" val="890858885"/>
                    </a:ext>
                  </a:extLst>
                </a:gridCol>
              </a:tblGrid>
              <a:tr h="635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Feature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What it does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500419"/>
                  </a:ext>
                </a:extLst>
              </a:tr>
              <a:tr h="5571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🔍 Anomaly Detection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Isolation Forest ML model trained on cloud, IAM &amp; K8s features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36052"/>
                  </a:ext>
                </a:extLst>
              </a:tr>
              <a:tr h="5571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🔗 Incident Correlation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Groups multi-event attack chains per user across time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593525"/>
                  </a:ext>
                </a:extLst>
              </a:tr>
              <a:tr h="5571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⚖️ Risk Scoring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Weighted scoring (70–95) with Critical / High / Medium severity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5727290"/>
                  </a:ext>
                </a:extLst>
              </a:tr>
              <a:tr h="3183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🗺️ MITRE ATT&amp;CK Mapping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Auto-tags T1496, T1068, T1078 techniques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7969360"/>
                  </a:ext>
                </a:extLst>
              </a:tr>
              <a:tr h="3183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🎬 Attack Replay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Step-by-step timeline reconstruction of any incident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690918"/>
                  </a:ext>
                </a:extLst>
              </a:tr>
              <a:tr h="3183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👤 Identity Explorer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Per-user risk profile with full IAM activity history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6902484"/>
                  </a:ext>
                </a:extLst>
              </a:tr>
              <a:tr h="5571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📦 Asset Inventory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All 361 resources tracked with suspicious activity flagging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532644"/>
                  </a:ext>
                </a:extLst>
              </a:tr>
              <a:tr h="5571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📊 Security Analytics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Detection performance, noise reduction, coverage metrics</a:t>
                      </a:r>
                    </a:p>
                  </a:txBody>
                  <a:tcPr marL="79593" marR="79593" marT="39796" marB="397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7135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5080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C4F0292-2850-A539-A7DE-6D2D640852FB}"/>
              </a:ext>
            </a:extLst>
          </p:cNvPr>
          <p:cNvSpPr txBox="1"/>
          <p:nvPr/>
        </p:nvSpPr>
        <p:spPr>
          <a:xfrm>
            <a:off x="3048000" y="30519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000" dirty="0"/>
              <a:t>Architecture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EFFC5-5664-9711-8ACE-86C006E25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049790"/>
            <a:ext cx="9753600" cy="532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912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5E41F-8B62-3C61-5ECF-DBDA0D084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Makes My Project Different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7AFFC-D9D0-BB98-12E7-393F05D68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5125551"/>
          </a:xfrm>
        </p:spPr>
        <p:txBody>
          <a:bodyPr>
            <a:normAutofit/>
          </a:bodyPr>
          <a:lstStyle/>
          <a:p>
            <a:r>
              <a:rPr lang="en-IN" sz="2200" b="1" dirty="0"/>
              <a:t>95.4% Noise Reduction</a:t>
            </a:r>
            <a:r>
              <a:rPr lang="en-IN" sz="2200" dirty="0"/>
              <a:t> — 1,000 events distilled to 46 actionable incidents. Most SIEM tools flood you with alerts.</a:t>
            </a:r>
          </a:p>
          <a:p>
            <a:r>
              <a:rPr lang="en-IN" sz="2200" dirty="0"/>
              <a:t> </a:t>
            </a:r>
            <a:r>
              <a:rPr lang="en-IN" sz="2200" b="1" dirty="0"/>
              <a:t>Multi-source Correlation</a:t>
            </a:r>
            <a:r>
              <a:rPr lang="en-IN" sz="2200" dirty="0"/>
              <a:t> — Combines Cloud + IAM + Kubernetes into unified incidents, not siloed alerts</a:t>
            </a:r>
          </a:p>
          <a:p>
            <a:r>
              <a:rPr lang="en-IN" sz="2200" dirty="0"/>
              <a:t> </a:t>
            </a:r>
            <a:r>
              <a:rPr lang="en-IN" sz="2200" b="1" dirty="0"/>
              <a:t>Attack Chain Reconstruction</a:t>
            </a:r>
            <a:r>
              <a:rPr lang="en-IN" sz="2200" dirty="0"/>
              <a:t> — The Attack Replay page rebuilds the exact sequence of steps an attacker took </a:t>
            </a:r>
          </a:p>
          <a:p>
            <a:r>
              <a:rPr lang="en-IN" sz="2200" b="1" dirty="0"/>
              <a:t>Built for Ephemeral Infrastructure</a:t>
            </a:r>
            <a:r>
              <a:rPr lang="en-IN" sz="2200" dirty="0"/>
              <a:t> — Traditional tools lose context when VMs vanish; </a:t>
            </a:r>
            <a:r>
              <a:rPr lang="en-IN" sz="2200" dirty="0" err="1"/>
              <a:t>EphemeralGuard</a:t>
            </a:r>
            <a:r>
              <a:rPr lang="en-IN" sz="2200" dirty="0"/>
              <a:t> correlates by user identity, not resource lifetime</a:t>
            </a:r>
          </a:p>
          <a:p>
            <a:r>
              <a:rPr lang="en-IN" sz="2200" dirty="0"/>
              <a:t> </a:t>
            </a:r>
            <a:r>
              <a:rPr lang="en-IN" sz="2200" b="1" dirty="0"/>
              <a:t>Zero-config MITRE mapping</a:t>
            </a:r>
            <a:r>
              <a:rPr lang="en-IN" sz="2200" dirty="0"/>
              <a:t> — No rules to write; attack classification is automatic</a:t>
            </a:r>
          </a:p>
          <a:p>
            <a:r>
              <a:rPr lang="en-IN" sz="2200" dirty="0"/>
              <a:t> </a:t>
            </a:r>
            <a:r>
              <a:rPr lang="en-IN" sz="2200" b="1" dirty="0"/>
              <a:t>End-to-end pipeline</a:t>
            </a:r>
            <a:r>
              <a:rPr lang="en-IN" sz="2200" dirty="0"/>
              <a:t> — Feature engineering → ML detection → scoring → triage → visualization, all in one system</a:t>
            </a:r>
          </a:p>
        </p:txBody>
      </p:sp>
    </p:spTree>
    <p:extLst>
      <p:ext uri="{BB962C8B-B14F-4D97-AF65-F5344CB8AC3E}">
        <p14:creationId xmlns:p14="http://schemas.microsoft.com/office/powerpoint/2010/main" val="11444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B0DAF-FCCC-A1C5-910D-A01EDF7B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IN" dirty="0"/>
              <a:t>Live Demo Stats(Demo Video)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7C73-FF8C-920E-3FB8-115C3B608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Total Events Monitored: </a:t>
            </a:r>
            <a:r>
              <a:rPr lang="en-IN" b="1" dirty="0"/>
              <a:t>1,000</a:t>
            </a:r>
            <a:endParaRPr lang="en-IN" dirty="0"/>
          </a:p>
          <a:p>
            <a:r>
              <a:rPr lang="en-IN" dirty="0"/>
              <a:t>Unique Resources Tracked: </a:t>
            </a:r>
            <a:r>
              <a:rPr lang="en-IN" b="1" dirty="0"/>
              <a:t>361</a:t>
            </a:r>
            <a:endParaRPr lang="en-IN" dirty="0"/>
          </a:p>
          <a:p>
            <a:r>
              <a:rPr lang="en-IN" dirty="0"/>
              <a:t>Unique Users Profiled: </a:t>
            </a:r>
            <a:r>
              <a:rPr lang="en-IN" b="1" dirty="0"/>
              <a:t>50</a:t>
            </a:r>
            <a:endParaRPr lang="en-IN" dirty="0"/>
          </a:p>
          <a:p>
            <a:r>
              <a:rPr lang="en-IN" dirty="0"/>
              <a:t>Incidents Detected: </a:t>
            </a:r>
            <a:r>
              <a:rPr lang="en-IN" b="1" dirty="0"/>
              <a:t>46</a:t>
            </a:r>
            <a:endParaRPr lang="en-IN" dirty="0"/>
          </a:p>
          <a:p>
            <a:r>
              <a:rPr lang="en-IN" dirty="0"/>
              <a:t>Critical Incidents: </a:t>
            </a:r>
            <a:r>
              <a:rPr lang="en-IN" b="1" dirty="0"/>
              <a:t>34</a:t>
            </a:r>
            <a:endParaRPr lang="en-IN" dirty="0"/>
          </a:p>
          <a:p>
            <a:r>
              <a:rPr lang="en-IN" dirty="0"/>
              <a:t>Noise Reduction: </a:t>
            </a:r>
            <a:r>
              <a:rPr lang="en-IN" b="1" dirty="0"/>
              <a:t>95.4%</a:t>
            </a:r>
            <a:endParaRPr lang="en-IN" dirty="0"/>
          </a:p>
          <a:p>
            <a:r>
              <a:rPr lang="en-IN" dirty="0"/>
              <a:t>Attack Types Detected: Resource Hijacking, Privilege Escalation, Credential Abuse, Suspicious Activity</a:t>
            </a:r>
          </a:p>
          <a:p>
            <a:r>
              <a:rPr lang="en-IN" dirty="0"/>
              <a:t>MITRE Techniques Covered: T1496, T1068, T1078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5407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68129-74D7-2F2C-A2E6-4F03D343C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IN" dirty="0"/>
              <a:t>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3BBE0-1937-0129-E8EE-B8978A0CC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6900" indent="0">
              <a:buNone/>
            </a:pPr>
            <a:endParaRPr lang="en-IN" sz="2200" dirty="0"/>
          </a:p>
          <a:p>
            <a:r>
              <a:rPr lang="en-IN" sz="2200" b="1" dirty="0"/>
              <a:t>Language</a:t>
            </a:r>
            <a:r>
              <a:rPr lang="en-IN" sz="2200" dirty="0"/>
              <a:t>: Python</a:t>
            </a:r>
          </a:p>
          <a:p>
            <a:r>
              <a:rPr lang="en-IN" sz="2200" b="1" dirty="0"/>
              <a:t>Dashboard</a:t>
            </a:r>
            <a:r>
              <a:rPr lang="en-IN" sz="2200" dirty="0"/>
              <a:t>: </a:t>
            </a:r>
            <a:r>
              <a:rPr lang="en-IN" sz="2200" dirty="0" err="1"/>
              <a:t>Streamlit</a:t>
            </a:r>
            <a:r>
              <a:rPr lang="en-IN" sz="2200" dirty="0"/>
              <a:t> (multi-page)</a:t>
            </a:r>
          </a:p>
          <a:p>
            <a:r>
              <a:rPr lang="en-IN" sz="2200" b="1" dirty="0"/>
              <a:t>ML Model</a:t>
            </a:r>
            <a:r>
              <a:rPr lang="en-IN" sz="2200" dirty="0"/>
              <a:t>: Scikit-learn Isolation Forest</a:t>
            </a:r>
          </a:p>
          <a:p>
            <a:r>
              <a:rPr lang="en-IN" sz="2200" b="1" dirty="0"/>
              <a:t>Data</a:t>
            </a:r>
            <a:r>
              <a:rPr lang="en-IN" sz="2200" dirty="0"/>
              <a:t>: Pandas (Cloud, IAM, K8s CSV logs)</a:t>
            </a:r>
          </a:p>
          <a:p>
            <a:r>
              <a:rPr lang="en-IN" sz="2200" b="1" dirty="0"/>
              <a:t>Visualization</a:t>
            </a:r>
            <a:r>
              <a:rPr lang="en-IN" sz="2200" dirty="0"/>
              <a:t>: Plotly / </a:t>
            </a:r>
            <a:r>
              <a:rPr lang="en-IN" sz="2200" dirty="0" err="1"/>
              <a:t>Streamlit</a:t>
            </a:r>
            <a:r>
              <a:rPr lang="en-IN" sz="2200" dirty="0"/>
              <a:t> charts</a:t>
            </a:r>
          </a:p>
          <a:p>
            <a:r>
              <a:rPr lang="en-IN" sz="2200" b="1" dirty="0"/>
              <a:t>Detection Pipeline</a:t>
            </a:r>
            <a:r>
              <a:rPr lang="en-IN" sz="2200" dirty="0"/>
              <a:t>: Custom feature engineering + rule-based risk scoring</a:t>
            </a:r>
          </a:p>
          <a:p>
            <a:r>
              <a:rPr lang="en-IN" sz="2200" b="1" dirty="0"/>
              <a:t>Triage Engine</a:t>
            </a:r>
            <a:r>
              <a:rPr lang="en-IN" sz="2200" dirty="0"/>
              <a:t>: Rule-based LLM-style narrative generation</a:t>
            </a:r>
          </a:p>
          <a:p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1059426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E663056-D699-9C3A-08B8-2B30872F9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034143"/>
            <a:ext cx="10353762" cy="970450"/>
          </a:xfrm>
        </p:spPr>
        <p:txBody>
          <a:bodyPr>
            <a:normAutofit fontScale="90000"/>
          </a:bodyPr>
          <a:lstStyle/>
          <a:p>
            <a:r>
              <a:rPr lang="en-IN" dirty="0"/>
              <a:t>From 1,000 events to 46 incidents. From confusion to clarity. In seconds.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AADED4-434B-4081-32FD-F871D27C10BE}"/>
              </a:ext>
            </a:extLst>
          </p:cNvPr>
          <p:cNvSpPr txBox="1"/>
          <p:nvPr/>
        </p:nvSpPr>
        <p:spPr>
          <a:xfrm>
            <a:off x="2950029" y="2971800"/>
            <a:ext cx="6694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GitHub : </a:t>
            </a:r>
            <a:r>
              <a:rPr lang="en-IN" dirty="0">
                <a:hlinkClick r:id="rId2"/>
              </a:rPr>
              <a:t>https://github.com/Bhavanab2004/EphemeralGuardAi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6009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20</TotalTime>
  <Words>528</Words>
  <Application>Microsoft Office PowerPoint</Application>
  <PresentationFormat>Widescreen</PresentationFormat>
  <Paragraphs>64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Calisto MT</vt:lpstr>
      <vt:lpstr>Wingdings</vt:lpstr>
      <vt:lpstr>Wingdings 2</vt:lpstr>
      <vt:lpstr>Slate</vt:lpstr>
      <vt:lpstr>EphemeralGuard AI</vt:lpstr>
      <vt:lpstr>The Problem</vt:lpstr>
      <vt:lpstr>What is EphemeralGuard AI?</vt:lpstr>
      <vt:lpstr>Key Features</vt:lpstr>
      <vt:lpstr>PowerPoint Presentation</vt:lpstr>
      <vt:lpstr>What Makes My Project Different ?</vt:lpstr>
      <vt:lpstr>Live Demo Stats(Demo Video)</vt:lpstr>
      <vt:lpstr>Tech Stack</vt:lpstr>
      <vt:lpstr>From 1,000 events to 46 incidents. From confusion to clarity. In seconds.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bhavana b</dc:creator>
  <cp:lastModifiedBy>bhavana b</cp:lastModifiedBy>
  <cp:revision>1</cp:revision>
  <dcterms:created xsi:type="dcterms:W3CDTF">2026-06-21T20:16:33Z</dcterms:created>
  <dcterms:modified xsi:type="dcterms:W3CDTF">2026-06-21T20:36:50Z</dcterms:modified>
</cp:coreProperties>
</file>